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03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AI-powered REST API that analyzes code projects and CVs using a LangChain ReAct Agent, returning a detailed Arabic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9 sections of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difference between a simple prompt and a ReAct Agent. The agent thinks step by step and doesn't try to do everything in one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principle: Separation of Concerns. Each file owns exactly one responsibility. Changing the prompt doesn't require touching the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app.py is the receptionist — it only receives and delegates. All AI logic lives in agent_builder and the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every session builds a SEPARATE AgentExecutor with isolated ConversationBufferMemory. This prevents sessions from mixing.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uses the @tool decorator. The docstring is what the LLM reads to decide whether to use this tool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concept. The agent doesn't answer directly — it thinks first, picks a tool, observes the result, then decides whether to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settings.py eliminates magic numbers. Changing the file size limit requires editing exactly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Docker caching trick: copy requirements first so changing one line of code doesn't reinstall all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critical for the discussion — professors love seeing that you learned from real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 with numbers: 6 tools, 5 endpoints, 11s response time, 140 files per day on the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1371600"/>
            <a:ext cx="4572000" cy="45720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3C5FD"/>
                </a:solidFill>
              </a:rPr>
              <a:t>GRADUATION PROJECT — COMPUTER SCIENCE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Project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CV Reviewer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BFE"/>
                </a:solidFill>
              </a:rPr>
              <a:t>Detailed System Architecture &amp; Code Walkthrough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9319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9319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931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Groq LLM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43891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4389120"/>
            <a:ext cx="1828800" cy="347472"/>
          </a:xfrm>
          <a:prstGeom prst="rect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HuggingFace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640080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Powered by: LangChain ReAct Agent  |  Groq Llama 3.3 70B  |  HuggingFace Spaces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" cy="8046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Does the System Do?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502920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0391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039112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Project File Structure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118104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118104"/>
            <a:ext cx="502920" cy="8046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1810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118104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app.py — The Main Gateway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197096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4197096"/>
            <a:ext cx="502920" cy="80467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19709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197096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agent_builder.py — Agent Factory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5276088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5276088"/>
            <a:ext cx="502920" cy="8046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52760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276088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The 6 Specialized Tools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960120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960120"/>
            <a:ext cx="502920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96012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config + prompts + utils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2039112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039112"/>
            <a:ext cx="502920" cy="8046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20391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039112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Dockerfile &amp; Deployment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3118104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3118104"/>
            <a:ext cx="502920" cy="80467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11810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3118104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Problems Faced &amp; Solutions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4197096"/>
            <a:ext cx="5760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4197096"/>
            <a:ext cx="502920" cy="804672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419709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4197096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Expected Doctor Questions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Does the System Do?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Uploads 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4ED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938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Flask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Receives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1938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0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1938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Tools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Analyze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F46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784080" y="118872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84080" y="129844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784080" y="193852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Arabic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Report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32918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The Core Difference: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5394960" cy="2834640"/>
          </a:xfrm>
          <a:prstGeom prst="rect">
            <a:avLst/>
          </a:prstGeom>
          <a:solidFill>
            <a:srgbClr val="FFF1F2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82219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</a:rPr>
              <a:t>❌  Simple Prompt Approach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224528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Send all code in one message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Shallow, generic analysis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No control over analysis steps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Cannot use specialized logic per section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0" y="3703320"/>
            <a:ext cx="5943600" cy="2834640"/>
          </a:xfrm>
          <a:prstGeom prst="rect">
            <a:avLst/>
          </a:prstGeom>
          <a:solidFill>
            <a:srgbClr val="F0FFF4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382219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</a:rPr>
              <a:t>✅  ReAct Agent Approach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80760" y="4224528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Think → Choose tool → Observe result → Think again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Deep, structured analysis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Each tool specializes in one concern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→ Transparent reasoning steps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File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Project File Structure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5394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38404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agent_builder.py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settings.py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prompts/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agent_prompts.py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tools/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code_tools.py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cv_tools.py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search_tool.py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file_handler.py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rate_limiter.py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91440" cy="59436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10972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HTTP gateway — routes requests, no AI logic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10512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914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agent_builder.py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181051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Builds a fresh AgentExecutor per session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523744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2523744"/>
            <a:ext cx="91440" cy="5943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config/settings.py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523744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All constants in one place — Single Source of Truth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36976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236976"/>
            <a:ext cx="914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23697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23697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Prompt templates that guide the Agent's behavior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950208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950208"/>
            <a:ext cx="91440" cy="59436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395020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6 specialized analysis tool functions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663440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4663440"/>
            <a:ext cx="91440" cy="5943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4663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06640" y="466344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File reader (PDF/ZIP/code) + Rate limiter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5376672"/>
            <a:ext cx="7132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5376672"/>
            <a:ext cx="91440" cy="59436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537667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537667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Containerizes the app for HuggingFace Spaces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app.py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app.py — The Main Gateway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 AI logic here — pure traffic controller: receive, validate, delegate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1005840" cy="56692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89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3898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389888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Accept file upload, run Agent, return 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1005840" cy="56692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048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04825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48256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Accept follow-up question, return Agent reply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706624"/>
            <a:ext cx="1005840" cy="56692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70662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270662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/session/{id}/history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706624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Return full conversation history for a session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364992"/>
            <a:ext cx="1005840" cy="566928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3649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36499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/session/{id}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364992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Delete session and free memory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23360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1005840" cy="56692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0233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4023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023360"/>
            <a:ext cx="6080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Confirm API is running and return active model name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POST /AI Request Flow: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5166360"/>
            <a:ext cx="173736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1. Validate File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65960" y="5166360"/>
            <a:ext cx="228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194560" y="5166360"/>
            <a:ext cx="173736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9456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2. Extract Text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86200" y="5166360"/>
            <a:ext cx="228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114800" y="5166360"/>
            <a:ext cx="173736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3. Detect Type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06440" y="5166360"/>
            <a:ext cx="228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35040" y="5166360"/>
            <a:ext cx="173736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4. Build Agent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26680" y="5166360"/>
            <a:ext cx="228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955280" y="5166360"/>
            <a:ext cx="1737360" cy="47548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95528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5. Run Analysis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646920" y="5166360"/>
            <a:ext cx="228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875520" y="5166360"/>
            <a:ext cx="1737360" cy="47548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875520" y="51663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6. Return JSON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agent_builder.py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agent_builder.py — The Agent Factory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8105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ChatOpenAI (LLM)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The AI brain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that thinks &amp; decides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719072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154680" y="11430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123444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18105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ConversationMemory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54680" y="2240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Stores all messages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so context is preserved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1719072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+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23444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35040" y="18105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ReAct Prompt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2240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Ready-made template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from LangChain 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1719072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+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15400" y="11430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15400" y="1234440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915400" y="18105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AgentExecutor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15400" y="224028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Ties everything together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and runs the ReAct loop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Configuration Settings: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91440" cy="566928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6576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65760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Accurate, not creative — ideal for code analysis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315968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4315968"/>
            <a:ext cx="91440" cy="56692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3159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request_timeout = 30s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431596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If the LLM doesn't respond in 30s, abort the call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974336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4974336"/>
            <a:ext cx="91440" cy="566928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97433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 = 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497433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Automatically retry twice on transient API failures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5632704"/>
            <a:ext cx="11612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5632704"/>
            <a:ext cx="91440" cy="566928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563270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max_iterations =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97680" y="563270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Max 3 tool calls per request — saves time and tokens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— The 6 Tools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6 Specialized Tools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91440" cy="1627632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71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8992" y="12435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code_structure_analyzer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160020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code_tools.py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Analyzes code structure: language detection, line count, classes, async usage, imports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91440" cy="1627632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271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22592" y="124358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bug_detector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22592" y="160020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code_tools.py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1947672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Scans for: debug=True, hardcoded secrets, SQL injection via f-strings, silent exceptions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91440" cy="162763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081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78992" y="30540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best_practices_checker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8992" y="34107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code_tools.py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75818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Evaluates code quality: Redis vs dict, logging framework, unit tests, API timeout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953512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2953512"/>
            <a:ext cx="91440" cy="16276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3081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22592" y="30540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code_improver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22592" y="34107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code_tools.py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0" y="3758184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Takes an issue description and returns ready-to-use code: Redis sessions, logging, timeout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764024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4764024"/>
            <a:ext cx="91440" cy="162763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78992" y="4864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cv_analyzer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78992" y="52212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cv_tools.py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556869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Computes ATS score out of 10: GitHub link, LinkedIn, numbers/achievements, tech skills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764024"/>
            <a:ext cx="5760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17920" y="4764024"/>
            <a:ext cx="91440" cy="162763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22592" y="48646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22592" y="52212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search_tool.py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00800" y="5568696"/>
            <a:ext cx="5394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Searches the internet via DuckDuckGo — completely free, no API key required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Loop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How the Agent Thinks — The ReAct Loop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0" y="117043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17043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📥  Receive code / CV content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8105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🧠  REASON: Which tool to use?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6974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944368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94436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⚡  ACT: Call the selected 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5844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3822192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382219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👁  OBSERVE: Read tool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4622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0" y="4709160"/>
            <a:ext cx="2926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✅  Done? → Write final 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2057400"/>
            <a:ext cx="73152" cy="240487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4928" y="2057400"/>
            <a:ext cx="301752" cy="7315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24928" y="4462272"/>
            <a:ext cx="301752" cy="7315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63840" y="29260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If more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1170432"/>
            <a:ext cx="41148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12801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Real execution example: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1664208"/>
            <a:ext cx="3840480" cy="4206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1755648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use code_structure_analyzer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ACT:    code_structure_analyzer(code)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OBSERVE: Python/Flask, 200 lines,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no tests found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use bug_detector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ACT:    bug_detector(code)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OBSERVE: debug=True detected!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use best_practices_checker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ACT:    best_practices_checker(code)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OBSERVE: no logging framework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Compile and write final report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— Supporting Files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config  +  prompts  +  utils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7490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⚙️  config/settings.py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Single Source of Truth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for all constants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3474720" cy="42062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MAX_FILE_SIZE_MB =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RATE_LIMIT_MAX = 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RATE_LIMIT_WINDOW = 3600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MAX_CONTENT_CHARS = 6000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MAX_MESSAGE_LENGTH = 2000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AGENT_MAX_ITERATIONS = 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LLM_TEMPERATURE = 0.3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GROK_MODEL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llama-3.3-70b-versatile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1097280"/>
            <a:ext cx="37490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207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💬  prompts/agent_prompts.py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664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get_code_analysis_prompt()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1938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Directs Agent to use 3 tools in order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0" y="22311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get_cv_analysis_prompt()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50545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Directs Agent to cv_analyzer 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798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get_followup_system_note()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0723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Scope reminder for follow-up chat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3767328"/>
            <a:ext cx="3749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38770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🛠️  utils/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4315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file_handler.py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460857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PDF via PyPDF2, ZIP via zipfile,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code as UTF-8 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Keyword scoring → code or CV?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0" y="5340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rate_limiter.py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5632704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Sliding Window Algorithm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20 req/hour per IP → HTTP 429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0" y="1097280"/>
            <a:ext cx="37490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66760" y="1207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📦  tools/__init__.py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1664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Exports all tools 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one list: ALL_TOOLS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66760" y="2212848"/>
            <a:ext cx="3383280" cy="4069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03920" y="2304288"/>
            <a:ext cx="31089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ALL_TOOLS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code_structure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_analyzer,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bug_detector,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best_practices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_checker,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code_improver,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cv_analyzer,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web_search,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—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Dockerfile &amp; HuggingFace Deployment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486400" cy="5074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52120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requirements FIRST → enables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 layer caching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-r requirements.txt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code AFTER deps are cached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HuggingFace Spaces rejects root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-m -u 1000 hfuser &amp;&amp;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chown -R hfuser:hfuser /app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hfuser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7860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0" y="109728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Why Docker?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852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208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Eliminates 'works on my machine'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1993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Ships code + all dependencies together — runs identically everywhere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670048"/>
            <a:ext cx="5852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761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Layer Caching Trick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3108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requirements.txt copied first: changing code doesn't re-install all libraries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785616"/>
            <a:ext cx="5852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3877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3877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Non-root User (hfuser)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42245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HuggingFace rejects containers running as root — mandatory security step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4901184"/>
            <a:ext cx="5852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4992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20840" y="4992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Port 7860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53400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HuggingFace Spaces SDK expects the app on port 7860 specifically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605332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Deploy Flow: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6364224"/>
            <a:ext cx="109728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6364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GitHub Push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636422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42048" y="6364224"/>
            <a:ext cx="109728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42048" y="6364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HF Pull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93608" y="636422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49056" y="6364224"/>
            <a:ext cx="109728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49056" y="6364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Docker Build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00616" y="636422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56064" y="6364224"/>
            <a:ext cx="109728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56064" y="6364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Container Run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07624" y="6364224"/>
            <a:ext cx="128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863072" y="6364224"/>
            <a:ext cx="1097280" cy="347472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863072" y="63642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API Live 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— Challenges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Challenges Faced &amp; How They Were Solved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502920" cy="160020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216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SyntaxError on Deploy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63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Cause: Quote conflict inside a list in code_tools.py — Python couldn't determine string boundaries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Fix: Replaced nested quotes with explicit backslash-escaped strings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22585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💡 Lesson: always read the Logs — don't guess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502920" cy="160020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044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Agent Taking 30+ Seconds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Cause: 6 sequential API calls — each waiting for the previous one to finish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3739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Fix: Reduced tools from 6 to 3 in the initial prompt; deferred others to follow-up chat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40873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💡 Result: 30 seconds → 10 seconds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8006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800600"/>
            <a:ext cx="502920" cy="160020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873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Wrong API Key (Grok vs Groq)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2212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Cause: Grok (xAI by Elon Musk) and Groq Inc. have similar names but are completely different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68680" y="55686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Fix: Replaced GROK_API_KEY with GROQ_API_KEY in HuggingFace Secrets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" y="5916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💡 Grok keys start with xai- / Groq keys start with gsk_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1430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1143000"/>
            <a:ext cx="502920" cy="1600200"/>
          </a:xfrm>
          <a:prstGeom prst="rect">
            <a:avLst/>
          </a:prstGeom>
          <a:solidFill>
            <a:srgbClr val="9240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11430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1216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Rate Limit 429 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15636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Cause: Each analysis consumed ~48,000 tokens (8k × 6 tools) — free tier limit hit fast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Fix: Reduced MAX_CONTENT_CHARS from 15,000 to 6,000 characters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12280" y="22585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💡 Result: 30 analyses/day → 140 analyses/day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971800"/>
            <a:ext cx="5760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17920" y="2971800"/>
            <a:ext cx="502920" cy="1600200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17920" y="29718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12280" y="3044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Shared Memory Across Sessions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Cause: Single shared AgentExecutor for all users — sessions were mixing conversations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12280" y="3739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Fix: Each session now creates its own AgentExecutor with isolated ConversationBufferMemory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12280" y="40873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💡 Lesson: every user needs isolated state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D4E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 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DBFE"/>
                </a:solidFill>
              </a:rPr>
              <a:t>AI Project &amp; CV Reviewer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Flask  ·  LangChain ReAct Agent  ·  Groq Llama 3.3 70B  ·  Docker  ·  HuggingFace Spaces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2377440" cy="1417320"/>
          </a:xfrm>
          <a:prstGeom prst="rect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</a:rPr>
              <a:t>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4800600"/>
            <a:ext cx="2377440" cy="1417320"/>
          </a:xfrm>
          <a:prstGeom prst="rect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4892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</a:rPr>
              <a:t>Endpoints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4800600"/>
            <a:ext cx="2377440" cy="1417320"/>
          </a:xfrm>
          <a:prstGeom prst="rect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4892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11s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</a:rPr>
              <a:t>Avg Response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4800600"/>
            <a:ext cx="2377440" cy="1417320"/>
          </a:xfrm>
          <a:prstGeom prst="rect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52560" y="48920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140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52560" y="5577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BFE"/>
                </a:solidFill>
              </a:rPr>
              <a:t>Files / Day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1837</Words>
  <Application>Microsoft Office PowerPoint</Application>
  <PresentationFormat>Widescreen</PresentationFormat>
  <Paragraphs>351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Refaat</cp:lastModifiedBy>
  <cp:revision>2</cp:revision>
  <dcterms:created xsi:type="dcterms:W3CDTF">2026-07-10T07:51:40Z</dcterms:created>
  <dcterms:modified xsi:type="dcterms:W3CDTF">2026-07-10T08:00:34Z</dcterms:modified>
</cp:coreProperties>
</file>